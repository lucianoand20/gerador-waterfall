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94457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Relatório Diário Automatizado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- Slide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- Slide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- Slide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- Slide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- Slide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Rótulos de Linha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Faturado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69640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71930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80296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80932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Geral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302798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